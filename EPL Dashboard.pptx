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1883DF7-3C22-43BB-90FE-0C531671404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EPL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53A93A4-F67F-4204-8B1D-80F87428801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11/2/2025 4:21:49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Goals By Players" id="2" name="slide2">
            <a:extLst>
              <a:ext uri="{FF2B5EF4-FFF2-40B4-BE49-F238E27FC236}">
                <a16:creationId xmlns:a16="http://schemas.microsoft.com/office/drawing/2014/main" id="{EF97BDCE-82B4-43D2-AA68-2DFE683C7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991" y="0"/>
            <a:ext cx="58201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ot &amp;amp; Pass map " id="3" name="slide3">
            <a:extLst>
              <a:ext uri="{FF2B5EF4-FFF2-40B4-BE49-F238E27FC236}">
                <a16:creationId xmlns:a16="http://schemas.microsoft.com/office/drawing/2014/main" id="{BD124D58-ABD5-468E-AD0A-FB175241E7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662" y="838200"/>
            <a:ext cx="768667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2025-11-02T02:21:52Z</dcterms:created>
  <dcterms:modified xsi:type="dcterms:W3CDTF">2025-11-02T02:21:52Z</dcterms:modified>
</cp:coreProperties>
</file>